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0ba6332ae24d18" /><Relationship Type="http://schemas.openxmlformats.org/officeDocument/2006/relationships/extended-properties" Target="/docProps/app.xml" Id="R8bee38db51e648b7" /><Relationship Type="http://schemas.openxmlformats.org/officeDocument/2006/relationships/officeDocument" Target="/ppt/presentation.xml" Id="R970433156efa41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db84f28b7545f1"/>
  </p:sldMasterIdLst>
  <p:notesMasterIdLst>
    <p:notesMasterId xmlns:r="http://schemas.openxmlformats.org/officeDocument/2006/relationships" r:id="R4228777ade354894"/>
  </p:notesMasterIdLst>
  <p:sldIdLst>
    <p:sldId xmlns:r="http://schemas.openxmlformats.org/officeDocument/2006/relationships" id="256" r:id="Re7b42418ffe04747"/>
    <p:sldId xmlns:r="http://schemas.openxmlformats.org/officeDocument/2006/relationships" id="257" r:id="Ra51f0d43a8914a92"/>
    <p:sldId xmlns:r="http://schemas.openxmlformats.org/officeDocument/2006/relationships" id="258" r:id="Rbf6324b120c04fc8"/>
    <p:sldId xmlns:r="http://schemas.openxmlformats.org/officeDocument/2006/relationships" id="259" r:id="R5302f2812c1d4c9b"/>
    <p:sldId xmlns:r="http://schemas.openxmlformats.org/officeDocument/2006/relationships" id="260" r:id="R23f055f4b70c4dfb"/>
    <p:sldId xmlns:r="http://schemas.openxmlformats.org/officeDocument/2006/relationships" id="261" r:id="R025a162898c04e42"/>
    <p:sldId xmlns:r="http://schemas.openxmlformats.org/officeDocument/2006/relationships" id="262" r:id="R142e657b36c74187"/>
    <p:sldId xmlns:r="http://schemas.openxmlformats.org/officeDocument/2006/relationships" id="263" r:id="R43d3e839b6694a5e"/>
    <p:sldId xmlns:r="http://schemas.openxmlformats.org/officeDocument/2006/relationships" id="264" r:id="R25740d9a00e04db7"/>
    <p:sldId xmlns:r="http://schemas.openxmlformats.org/officeDocument/2006/relationships" id="265" r:id="R4deed5d5af974b41"/>
    <p:sldId xmlns:r="http://schemas.openxmlformats.org/officeDocument/2006/relationships" id="266" r:id="R4c6007477fe54f8c"/>
    <p:sldId xmlns:r="http://schemas.openxmlformats.org/officeDocument/2006/relationships" id="267" r:id="R2357bc9056f54611"/>
    <p:sldId xmlns:r="http://schemas.openxmlformats.org/officeDocument/2006/relationships" id="268" r:id="R9d24699f83674297"/>
    <p:sldId xmlns:r="http://schemas.openxmlformats.org/officeDocument/2006/relationships" id="269" r:id="R2cb95a96184e4184"/>
  </p:sldIdLst>
  <p:sldSz cx="13716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1284b427624022" /><Relationship Type="http://schemas.openxmlformats.org/officeDocument/2006/relationships/slideMaster" Target="/ppt/slideMasters/slideMaster1.xml" Id="Rc0db84f28b7545f1" /><Relationship Type="http://schemas.openxmlformats.org/officeDocument/2006/relationships/notesMaster" Target="/ppt/notesMasters/notesMaster1.xml" Id="R4228777ade354894" /><Relationship Type="http://schemas.openxmlformats.org/officeDocument/2006/relationships/presProps" Target="/ppt/presProps.xml" Id="Rd2a58aa439e84b45" /><Relationship Type="http://schemas.openxmlformats.org/officeDocument/2006/relationships/tableStyles" Target="/ppt/tableStyles.xml" Id="R92cd007496ca414c" /><Relationship Type="http://schemas.openxmlformats.org/officeDocument/2006/relationships/slide" Target="/ppt/slides/slide1.xml" Id="Re7b42418ffe04747" /><Relationship Type="http://schemas.openxmlformats.org/officeDocument/2006/relationships/slide" Target="/ppt/slides/slide2.xml" Id="Ra51f0d43a8914a92" /><Relationship Type="http://schemas.openxmlformats.org/officeDocument/2006/relationships/slide" Target="/ppt/slides/slide3.xml" Id="Rbf6324b120c04fc8" /><Relationship Type="http://schemas.openxmlformats.org/officeDocument/2006/relationships/slide" Target="/ppt/slides/slide4.xml" Id="R5302f2812c1d4c9b" /><Relationship Type="http://schemas.openxmlformats.org/officeDocument/2006/relationships/slide" Target="/ppt/slides/slide5.xml" Id="R23f055f4b70c4dfb" /><Relationship Type="http://schemas.openxmlformats.org/officeDocument/2006/relationships/slide" Target="/ppt/slides/slide6.xml" Id="R025a162898c04e42" /><Relationship Type="http://schemas.openxmlformats.org/officeDocument/2006/relationships/slide" Target="/ppt/slides/slide7.xml" Id="R142e657b36c74187" /><Relationship Type="http://schemas.openxmlformats.org/officeDocument/2006/relationships/slide" Target="/ppt/slides/slide8.xml" Id="R43d3e839b6694a5e" /><Relationship Type="http://schemas.openxmlformats.org/officeDocument/2006/relationships/slide" Target="/ppt/slides/slide9.xml" Id="R25740d9a00e04db7" /><Relationship Type="http://schemas.openxmlformats.org/officeDocument/2006/relationships/slide" Target="/ppt/slides/slide10.xml" Id="R4deed5d5af974b41" /><Relationship Type="http://schemas.openxmlformats.org/officeDocument/2006/relationships/slide" Target="/ppt/slides/slide11.xml" Id="R4c6007477fe54f8c" /><Relationship Type="http://schemas.openxmlformats.org/officeDocument/2006/relationships/slide" Target="/ppt/slides/slide12.xml" Id="R2357bc9056f54611" /><Relationship Type="http://schemas.openxmlformats.org/officeDocument/2006/relationships/slide" Target="/ppt/slides/slide13.xml" Id="R9d24699f83674297" /><Relationship Type="http://schemas.openxmlformats.org/officeDocument/2006/relationships/slide" Target="/ppt/slides/slide14.xml" Id="R2cb95a96184e41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f2bce4deff46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4b40a2902d4947" /><Relationship Type="http://schemas.openxmlformats.org/officeDocument/2006/relationships/notesMaster" Target="/ppt/notesMasters/notesMaster1.xml" Id="R8cf04fb435334b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1f037a37664c7b" /><Relationship Type="http://schemas.openxmlformats.org/officeDocument/2006/relationships/notesMaster" Target="/ppt/notesMasters/notesMaster1.xml" Id="Rd2406f13789c479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09638cc39a34624" /><Relationship Type="http://schemas.openxmlformats.org/officeDocument/2006/relationships/notesMaster" Target="/ppt/notesMasters/notesMaster1.xml" Id="R0f36ec37ee9944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1e979a5574486b" /><Relationship Type="http://schemas.openxmlformats.org/officeDocument/2006/relationships/notesMaster" Target="/ppt/notesMasters/notesMaster1.xml" Id="Ref10cb64ae7446a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8b51e5ca44f42e9" /><Relationship Type="http://schemas.openxmlformats.org/officeDocument/2006/relationships/notesMaster" Target="/ppt/notesMasters/notesMaster1.xml" Id="R5e5f685a8fc9499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f92afbc173641c9" /><Relationship Type="http://schemas.openxmlformats.org/officeDocument/2006/relationships/notesMaster" Target="/ppt/notesMasters/notesMaster1.xml" Id="R0ff24a8796e04bb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4371de3b84d4c9a" /><Relationship Type="http://schemas.openxmlformats.org/officeDocument/2006/relationships/notesMaster" Target="/ppt/notesMasters/notesMaster1.xml" Id="R74a94519a36e4d2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b82ba4895044933" /><Relationship Type="http://schemas.openxmlformats.org/officeDocument/2006/relationships/notesMaster" Target="/ppt/notesMasters/notesMaster1.xml" Id="Ra22b553b674e497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a45e5fa2d814b3c" /><Relationship Type="http://schemas.openxmlformats.org/officeDocument/2006/relationships/notesMaster" Target="/ppt/notesMasters/notesMaster1.xml" Id="R4ff8a537f4c748f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6238531bc2e4c6c" /><Relationship Type="http://schemas.openxmlformats.org/officeDocument/2006/relationships/notesMaster" Target="/ppt/notesMasters/notesMaster1.xml" Id="R849be14860b0491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7d8cada56934d02" /><Relationship Type="http://schemas.openxmlformats.org/officeDocument/2006/relationships/notesMaster" Target="/ppt/notesMasters/notesMaster1.xml" Id="Rf36f030730a8401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38acaaaca404c51" /><Relationship Type="http://schemas.openxmlformats.org/officeDocument/2006/relationships/notesMaster" Target="/ppt/notesMasters/notesMaster1.xml" Id="R898a1b1704d940e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8e528f9ae644c56" /><Relationship Type="http://schemas.openxmlformats.org/officeDocument/2006/relationships/notesMaster" Target="/ppt/notesMasters/notesMaster1.xml" Id="R4875ce4341b042c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7fe2c965a364f1e" /><Relationship Type="http://schemas.openxmlformats.org/officeDocument/2006/relationships/notesMaster" Target="/ppt/notesMasters/notesMaster1.xml" Id="R4c1cda79ee1343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Login Page</a:t>
            </a:r>
          </a:p>
          <a:p xmlns:a="http://schemas.openxmlformats.org/drawingml/2006/main">
            <a:r>
              <a:t>This screenshot shows the FuelSight login page where users choose their portal role. The owner can sign in without selecting a branch, while manager and cashier accounts are branch-based.</a:t>
            </a:r>
          </a:p>
          <a:p xmlns:a="http://schemas.openxmlformats.org/drawingml/2006/main">
            <a:r>
              <a:t>Objective/s:</a:t>
            </a:r>
          </a:p>
          <a:p xmlns:a="http://schemas.openxmlformats.org/drawingml/2006/main">
            <a:r>
              <a:t>Objective 2: Provide a centralized web based invoicing and sales report for Greenfuel Gas Station.</a:t>
            </a:r>
          </a:p>
          <a:p xmlns:a="http://schemas.openxmlformats.org/drawingml/2006/main">
            <a:r>
              <a:t>Objective 3: Develop the application software through web-based technologies such as MySQL, HTML, CSS and JavaScript.</a:t>
            </a:r>
          </a:p>
          <a:p xmlns:a="http://schemas.openxmlformats.org/drawingml/2006/main">
            <a:r>
              <a:t>Objective 4: Test and evaluate the developed system using ISO 25010 Software Quality Standards in terms of functionality, usability, reliability, performance efficiency, and security.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Owner Dashboard</a:t>
            </a:r>
          </a:p>
          <a:p xmlns:a="http://schemas.openxmlformats.org/drawingml/2006/main">
            <a:r>
              <a:t>This screenshot shows the Owner Dashboard for centralized monitoring of branch sales, transactions, expenses, and branch performance.</a:t>
            </a:r>
          </a:p>
          <a:p xmlns:a="http://schemas.openxmlformats.org/drawingml/2006/main">
            <a:r>
              <a:t>Objective/s:</a:t>
            </a:r>
          </a:p>
          <a:p xmlns:a="http://schemas.openxmlformats.org/drawingml/2006/main">
            <a:r>
              <a:t>Objective 2.1: Synchronization of real-time sale information from all branches.</a:t>
            </a:r>
          </a:p>
          <a:p xmlns:a="http://schemas.openxmlformats.org/drawingml/2006/main">
            <a:r>
              <a:t>Objective 2.3: Sales records are monitored and analysis done graphically for sales.</a:t>
            </a:r>
          </a:p>
          <a:p xmlns:a="http://schemas.openxmlformats.org/drawingml/2006/main">
            <a:r>
              <a:t>Objective 2.6: Forecast and reports on branch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Owner User Role Assignment</a:t>
            </a:r>
          </a:p>
          <a:p xmlns:a="http://schemas.openxmlformats.org/drawingml/2006/main">
            <a:r>
              <a:t>This screenshot shows the User Role Assignment module where the owner manages user access, roles, and branch assignments for managers and cashiers.</a:t>
            </a:r>
          </a:p>
          <a:p xmlns:a="http://schemas.openxmlformats.org/drawingml/2006/main">
            <a:r>
              <a:t>Objective/s:</a:t>
            </a:r>
          </a:p>
          <a:p xmlns:a="http://schemas.openxmlformats.org/drawingml/2006/main">
            <a:r>
              <a:t>Objective 2.4: Records audit trail log to monitor cashier transactions.</a:t>
            </a:r>
          </a:p>
          <a:p xmlns:a="http://schemas.openxmlformats.org/drawingml/2006/main">
            <a:r>
              <a:t>Objective 4: Test and evaluate the developed system using ISO 25010 Software Quality Standards in terms of functionality, usability, reliability, performance efficiency, and security.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Owner Fuel Prices</a:t>
            </a:r>
          </a:p>
          <a:p xmlns:a="http://schemas.openxmlformats.org/drawingml/2006/main">
            <a:r>
              <a:t>This screenshot shows the owner-controlled fuel pricing module where official base prices are set and manager price change requests are reviewed.</a:t>
            </a:r>
          </a:p>
          <a:p xmlns:a="http://schemas.openxmlformats.org/drawingml/2006/main">
            <a:r>
              <a:t>Objective/s:</a:t>
            </a:r>
          </a:p>
          <a:p xmlns:a="http://schemas.openxmlformats.org/drawingml/2006/main">
            <a:r>
              <a:t>Objective 2.1: Synchronization of real-time sale information from all branches.</a:t>
            </a:r>
          </a:p>
          <a:p xmlns:a="http://schemas.openxmlformats.org/drawingml/2006/main">
            <a:r>
              <a:t>Objective 2.4: Records audit trail log to monitor cashier transactions.</a:t>
            </a:r>
          </a:p>
          <a:p xmlns:a="http://schemas.openxmlformats.org/drawingml/2006/main">
            <a:r>
              <a:t>Objective 4: Test and evaluate the developed system using ISO 25010 Software Quality Standards in terms of functionality, usability, reliability, performance efficiency, and security.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Owner Branches List</a:t>
            </a:r>
          </a:p>
          <a:p xmlns:a="http://schemas.openxmlformats.org/drawingml/2006/main">
            <a:r>
              <a:t>This screenshot shows the Branches module where the owner can view GreenFuel branch records and open a branch dashboard for more detail.</a:t>
            </a:r>
          </a:p>
          <a:p xmlns:a="http://schemas.openxmlformats.org/drawingml/2006/main">
            <a:r>
              <a:t>Objective/s:</a:t>
            </a:r>
          </a:p>
          <a:p xmlns:a="http://schemas.openxmlformats.org/drawingml/2006/main">
            <a:r>
              <a:t>Objective 2.1: Synchronization of real-time sale information from all branches.</a:t>
            </a:r>
          </a:p>
          <a:p xmlns:a="http://schemas.openxmlformats.org/drawingml/2006/main">
            <a:r>
              <a:t>Objective 2.6: Forecast and reports on branch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Owner Branch Dashboard Daily Records</a:t>
            </a:r>
          </a:p>
          <a:p xmlns:a="http://schemas.openxmlformats.org/drawingml/2006/main">
            <a:r>
              <a:t>This screenshot shows the branch dashboard with branch performance information and daily records submitted by the branch manager.</a:t>
            </a:r>
          </a:p>
          <a:p xmlns:a="http://schemas.openxmlformats.org/drawingml/2006/main">
            <a:r>
              <a:t>Objective/s:</a:t>
            </a:r>
          </a:p>
          <a:p xmlns:a="http://schemas.openxmlformats.org/drawingml/2006/main">
            <a:r>
              <a:t>Objective 2.1: Synchronization of real-time sale information from all branches.</a:t>
            </a:r>
          </a:p>
          <a:p xmlns:a="http://schemas.openxmlformats.org/drawingml/2006/main">
            <a:r>
              <a:t>Objective 2.5: Reports can be generated on a daily or weekly basis.</a:t>
            </a:r>
          </a:p>
          <a:p xmlns:a="http://schemas.openxmlformats.org/drawingml/2006/main">
            <a:r>
              <a:t>Objective 2.6: Forecast and reports on branch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Owner Branch Comparison</a:t>
            </a:r>
          </a:p>
          <a:p xmlns:a="http://schemas.openxmlformats.org/drawingml/2006/main">
            <a:r>
              <a:t>This screenshot shows the Branch Comparison module where branch performance is compared by weeks of the selected month.</a:t>
            </a:r>
          </a:p>
          <a:p xmlns:a="http://schemas.openxmlformats.org/drawingml/2006/main">
            <a:r>
              <a:t>Objective/s:</a:t>
            </a:r>
          </a:p>
          <a:p xmlns:a="http://schemas.openxmlformats.org/drawingml/2006/main">
            <a:r>
              <a:t>Objective 2.3: Sales records are monitored and analysis done graphically for sales.</a:t>
            </a:r>
          </a:p>
          <a:p xmlns:a="http://schemas.openxmlformats.org/drawingml/2006/main">
            <a:r>
              <a:t>Objective 2.6: Forecast and reports on branch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Manager Dashboard</a:t>
            </a:r>
          </a:p>
          <a:p xmlns:a="http://schemas.openxmlformats.org/drawingml/2006/main">
            <a:r>
              <a:t>This screenshot shows the Manager Dashboard for the assigned branch, giving the branch manager access to daily records, reports, and branch-specific operations.</a:t>
            </a:r>
          </a:p>
          <a:p xmlns:a="http://schemas.openxmlformats.org/drawingml/2006/main">
            <a:r>
              <a:t>Objective/s:</a:t>
            </a:r>
          </a:p>
          <a:p xmlns:a="http://schemas.openxmlformats.org/drawingml/2006/main">
            <a:r>
              <a:t>Objective 2.1: Synchronization of real-time sale information from all branches.</a:t>
            </a:r>
          </a:p>
          <a:p xmlns:a="http://schemas.openxmlformats.org/drawingml/2006/main">
            <a:r>
              <a:t>Objective 2.3: Sales records are monitored and analysis done graphically for sales.</a:t>
            </a:r>
          </a:p>
          <a:p xmlns:a="http://schemas.openxmlformats.org/drawingml/2006/main">
            <a:r>
              <a:t>Objective 2.5: Reports can be generated on a daily or weekly basis.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Manager Daily Entry</a:t>
            </a:r>
          </a:p>
          <a:p xmlns:a="http://schemas.openxmlformats.org/drawingml/2006/main">
            <a:r>
              <a:t>This screenshot shows the tabbed Daily Sales Entry page used by managers for inventory, pump readings, cash and expenses, and final daily report submission.</a:t>
            </a:r>
          </a:p>
          <a:p xmlns:a="http://schemas.openxmlformats.org/drawingml/2006/main">
            <a:r>
              <a:t>Objective/s:</a:t>
            </a:r>
          </a:p>
          <a:p xmlns:a="http://schemas.openxmlformats.org/drawingml/2006/main">
            <a:r>
              <a:t>Objective 1: Identify and analyze the current process of sales reporting, invoicing and inventory monitoring carried out by Greenfuel Gas Station.</a:t>
            </a:r>
          </a:p>
          <a:p xmlns:a="http://schemas.openxmlformats.org/drawingml/2006/main">
            <a:r>
              <a:t>Objective 2.5: Reports can be generated on a daily or weekly basis.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Manager Daily Records Log</a:t>
            </a:r>
          </a:p>
          <a:p xmlns:a="http://schemas.openxmlformats.org/drawingml/2006/main">
            <a:r>
              <a:t>This screenshot shows the Records Log for submitted daily entries, including organized daily entry IDs, dates, branch information, totals, and actions.</a:t>
            </a:r>
          </a:p>
          <a:p xmlns:a="http://schemas.openxmlformats.org/drawingml/2006/main">
            <a:r>
              <a:t>Objective/s:</a:t>
            </a:r>
          </a:p>
          <a:p xmlns:a="http://schemas.openxmlformats.org/drawingml/2006/main">
            <a:r>
              <a:t>Objective 2.4: Records audit trail log to monitor cashier transactions.</a:t>
            </a:r>
          </a:p>
          <a:p xmlns:a="http://schemas.openxmlformats.org/drawingml/2006/main">
            <a:r>
              <a:t>Objective 2.5: Reports can be generated on a daily or weekly basis.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Manager POS Transactions Log</a:t>
            </a:r>
          </a:p>
          <a:p xmlns:a="http://schemas.openxmlformats.org/drawingml/2006/main">
            <a:r>
              <a:t>This screenshot shows the POS Transactions tab where the manager can inspect cashier transactions, transaction IDs, cash data, and transaction status.</a:t>
            </a:r>
          </a:p>
          <a:p xmlns:a="http://schemas.openxmlformats.org/drawingml/2006/main">
            <a:r>
              <a:t>Objective/s:</a:t>
            </a:r>
          </a:p>
          <a:p xmlns:a="http://schemas.openxmlformats.org/drawingml/2006/main">
            <a:r>
              <a:t>Objective 2.4: Records audit trail log to monitor cashier transactions.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Manager Weekly Reports</a:t>
            </a:r>
          </a:p>
          <a:p xmlns:a="http://schemas.openxmlformats.org/drawingml/2006/main">
            <a:r>
              <a:t>This screenshot shows the Weekly Consolidated Report module where managers choose a report span, review daily entry summaries, and submit weekly reports to the owner.</a:t>
            </a:r>
          </a:p>
          <a:p xmlns:a="http://schemas.openxmlformats.org/drawingml/2006/main">
            <a:r>
              <a:t>Objective/s:</a:t>
            </a:r>
          </a:p>
          <a:p xmlns:a="http://schemas.openxmlformats.org/drawingml/2006/main">
            <a:r>
              <a:t>Objective 2.5: Reports can be generated on a daily or weekly basis.</a:t>
            </a:r>
          </a:p>
          <a:p xmlns:a="http://schemas.openxmlformats.org/drawingml/2006/main">
            <a:r>
              <a:t>Objective 2.6: Forecast and reports on branch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Manager Fuel Price Request</a:t>
            </a:r>
          </a:p>
          <a:p xmlns:a="http://schemas.openxmlformats.org/drawingml/2006/main">
            <a:r>
              <a:t>This screenshot shows the manager fuel price request screen where branch managers can request branch-specific fuel price changes for owner approval.</a:t>
            </a:r>
          </a:p>
          <a:p xmlns:a="http://schemas.openxmlformats.org/drawingml/2006/main">
            <a:r>
              <a:t>Objective/s:</a:t>
            </a:r>
          </a:p>
          <a:p xmlns:a="http://schemas.openxmlformats.org/drawingml/2006/main">
            <a:r>
              <a:t>Objective 2.1: Synchronization of real-time sale information from all branches.</a:t>
            </a:r>
          </a:p>
          <a:p xmlns:a="http://schemas.openxmlformats.org/drawingml/2006/main">
            <a:r>
              <a:t>Objective 2.4: Records audit trail log to monitor cashier transactions.</a:t>
            </a:r>
          </a:p>
          <a:p xmlns:a="http://schemas.openxmlformats.org/drawingml/2006/main">
            <a:r>
              <a:t>Objective 4: Test and evaluate the developed system using ISO 25010 Software Quality Standards in terms of functionality, usability, reliability, performance efficiency, and security.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Cashier POS Terminal</a:t>
            </a:r>
          </a:p>
          <a:p xmlns:a="http://schemas.openxmlformats.org/drawingml/2006/main">
            <a:r>
              <a:t>This screenshot shows the Cashier POS Terminal for processing fuel sales, VAT calculations, cash denominations, change given, receipt printing, transaction logging, and shift controls.</a:t>
            </a:r>
          </a:p>
          <a:p xmlns:a="http://schemas.openxmlformats.org/drawingml/2006/main">
            <a:r>
              <a:t>Objective/s:</a:t>
            </a:r>
          </a:p>
          <a:p xmlns:a="http://schemas.openxmlformats.org/drawingml/2006/main">
            <a:r>
              <a:t>Objective 2.2: Automated invoicing and receipt issuance once fuel is purchased.</a:t>
            </a:r>
          </a:p>
          <a:p xmlns:a="http://schemas.openxmlformats.org/drawingml/2006/main">
            <a:r>
              <a:t>Objective 2.4: Records audit trail log to monitor cashier transactions.</a:t>
            </a:r>
          </a:p>
          <a:p xmlns:a="http://schemas.openxmlformats.org/drawingml/2006/main">
            <a:r>
              <a:t>Objective 2.5: Reports can be generated on a daily or weekly basis.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e36ba853864d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1088fabe96453e" /><Relationship Type="http://schemas.openxmlformats.org/officeDocument/2006/relationships/slideLayout" Target="/ppt/slideLayouts/slideLayout1.xml" Id="Rf653f4d62bbe48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653f4d62bbe48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afc3574ba44803" /><Relationship Type="http://schemas.openxmlformats.org/officeDocument/2006/relationships/image" Target="/ppt/media/image.png" Id="Ra55aee7bd3a1445d" /><Relationship Type="http://schemas.openxmlformats.org/officeDocument/2006/relationships/notesSlide" Target="/ppt/notesSlides/notesSlide1.xml" Id="R82687931b90748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2247e7e2be4380" /><Relationship Type="http://schemas.openxmlformats.org/officeDocument/2006/relationships/image" Target="/ppt/media/image2.png" Id="R9ad6a1e464d64edf" /><Relationship Type="http://schemas.openxmlformats.org/officeDocument/2006/relationships/notesSlide" Target="/ppt/notesSlides/notesSlide2.xml" Id="R8b45e761cb2e4ab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1850cd15a5461a" /><Relationship Type="http://schemas.openxmlformats.org/officeDocument/2006/relationships/image" Target="/ppt/media/image3.png" Id="R94402dfabf20409e" /><Relationship Type="http://schemas.openxmlformats.org/officeDocument/2006/relationships/notesSlide" Target="/ppt/notesSlides/notesSlide3.xml" Id="Rde3490b09c064c4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6a771c5b234d93" /><Relationship Type="http://schemas.openxmlformats.org/officeDocument/2006/relationships/image" Target="/ppt/media/image4.png" Id="Rb25e15c872ff4141" /><Relationship Type="http://schemas.openxmlformats.org/officeDocument/2006/relationships/notesSlide" Target="/ppt/notesSlides/notesSlide4.xml" Id="R5f4742942a3444e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40d185d3404ce0" /><Relationship Type="http://schemas.openxmlformats.org/officeDocument/2006/relationships/image" Target="/ppt/media/image5.png" Id="R8fb4dc81a9644cb9" /><Relationship Type="http://schemas.openxmlformats.org/officeDocument/2006/relationships/notesSlide" Target="/ppt/notesSlides/notesSlide5.xml" Id="R8f236d76fac148c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ae9f75bd804532" /><Relationship Type="http://schemas.openxmlformats.org/officeDocument/2006/relationships/image" Target="/ppt/media/image6.png" Id="Re608a42db7064f82" /><Relationship Type="http://schemas.openxmlformats.org/officeDocument/2006/relationships/notesSlide" Target="/ppt/notesSlides/notesSlide6.xml" Id="R56d358bbd58e481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4188c120c44be2" /><Relationship Type="http://schemas.openxmlformats.org/officeDocument/2006/relationships/image" Target="/ppt/media/image7.png" Id="R32e3c5399c0440a7" /><Relationship Type="http://schemas.openxmlformats.org/officeDocument/2006/relationships/notesSlide" Target="/ppt/notesSlides/notesSlide7.xml" Id="R0017cd8285a0428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4186bfbafc4c66" /><Relationship Type="http://schemas.openxmlformats.org/officeDocument/2006/relationships/image" Target="/ppt/media/image8.png" Id="Rddeda1bbc3b543c6" /><Relationship Type="http://schemas.openxmlformats.org/officeDocument/2006/relationships/notesSlide" Target="/ppt/notesSlides/notesSlide8.xml" Id="R4c95e7d53888424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980afcad9f4d4f" /><Relationship Type="http://schemas.openxmlformats.org/officeDocument/2006/relationships/image" Target="/ppt/media/image9.png" Id="R3ec6f381b6ac4b04" /><Relationship Type="http://schemas.openxmlformats.org/officeDocument/2006/relationships/notesSlide" Target="/ppt/notesSlides/notesSlide9.xml" Id="R5c776aa4d4fe4ab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5ccb8944ec43e0" /><Relationship Type="http://schemas.openxmlformats.org/officeDocument/2006/relationships/image" Target="/ppt/media/image10.png" Id="R5b0a448dff564e92" /><Relationship Type="http://schemas.openxmlformats.org/officeDocument/2006/relationships/notesSlide" Target="/ppt/notesSlides/notesSlide10.xml" Id="Rd50bfdeb4fb74f6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3e66faba7c456d" /><Relationship Type="http://schemas.openxmlformats.org/officeDocument/2006/relationships/image" Target="/ppt/media/image11.png" Id="R0c7f90ac60e34171" /><Relationship Type="http://schemas.openxmlformats.org/officeDocument/2006/relationships/notesSlide" Target="/ppt/notesSlides/notesSlide11.xml" Id="R2589afb0b29d4c9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6ee0d3b77f490a" /><Relationship Type="http://schemas.openxmlformats.org/officeDocument/2006/relationships/image" Target="/ppt/media/image12.png" Id="R4ac37790f68541e9" /><Relationship Type="http://schemas.openxmlformats.org/officeDocument/2006/relationships/notesSlide" Target="/ppt/notesSlides/notesSlide12.xml" Id="R0f3448d19ffc4c4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8fdfaa26044806" /><Relationship Type="http://schemas.openxmlformats.org/officeDocument/2006/relationships/image" Target="/ppt/media/image13.png" Id="Rf075fba22f4a44d2" /><Relationship Type="http://schemas.openxmlformats.org/officeDocument/2006/relationships/notesSlide" Target="/ppt/notesSlides/notesSlide13.xml" Id="R51c6b68d4241420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9f7ef5ecaf4ca9" /><Relationship Type="http://schemas.openxmlformats.org/officeDocument/2006/relationships/image" Target="/ppt/media/image14.png" Id="R3904203ba07e49d3" /><Relationship Type="http://schemas.openxmlformats.org/officeDocument/2006/relationships/notesSlide" Target="/ppt/notesSlides/notesSlide14.xml" Id="Reb345d35dc6848e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5aee7bd3a1445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603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d6a1e464d64ed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867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402dfabf20409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362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5e15c872ff414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445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b4dc81a9644cb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6062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08a42db7064f8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5676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e3c5399c0440a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9550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eda1bbc3b543c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20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c6f381b6ac4b0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4708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0a448dff564e9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69711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7f90ac60e3417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70952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c37790f68541e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82258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75fba22f4a44d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9539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04203ba07e49d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5188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2026-08-28T18:27:03.4540000Z</dcterms:created>
  <dcterms:modified xsi:type="dcterms:W3CDTF">2026-08-28T18:27:03.4540000Z</dcterms:modified>
</coreProperties>
</file>