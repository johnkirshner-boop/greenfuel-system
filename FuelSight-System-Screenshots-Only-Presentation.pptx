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196a6c7ac4ab3" /><Relationship Type="http://schemas.openxmlformats.org/officeDocument/2006/relationships/extended-properties" Target="/docProps/app.xml" Id="R8c67ede56bd1453e" /><Relationship Type="http://schemas.openxmlformats.org/officeDocument/2006/relationships/officeDocument" Target="/ppt/presentation.xml" Id="R59b82bfedc87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81142692a142b2"/>
  </p:sldMasterIdLst>
  <p:notesMasterIdLst>
    <p:notesMasterId xmlns:r="http://schemas.openxmlformats.org/officeDocument/2006/relationships" r:id="R65cc8b825c914db5"/>
  </p:notesMasterIdLst>
  <p:sldIdLst>
    <p:sldId xmlns:r="http://schemas.openxmlformats.org/officeDocument/2006/relationships" id="256" r:id="R6bce744059d94e08"/>
    <p:sldId xmlns:r="http://schemas.openxmlformats.org/officeDocument/2006/relationships" id="257" r:id="R372278f0b0f1450f"/>
    <p:sldId xmlns:r="http://schemas.openxmlformats.org/officeDocument/2006/relationships" id="258" r:id="R2f415b56108745d7"/>
    <p:sldId xmlns:r="http://schemas.openxmlformats.org/officeDocument/2006/relationships" id="259" r:id="Raecfe75434da4783"/>
    <p:sldId xmlns:r="http://schemas.openxmlformats.org/officeDocument/2006/relationships" id="260" r:id="R2892c7adbc2b4752"/>
    <p:sldId xmlns:r="http://schemas.openxmlformats.org/officeDocument/2006/relationships" id="261" r:id="Rf447679be58443c6"/>
    <p:sldId xmlns:r="http://schemas.openxmlformats.org/officeDocument/2006/relationships" id="262" r:id="R00490dafbc924afa"/>
    <p:sldId xmlns:r="http://schemas.openxmlformats.org/officeDocument/2006/relationships" id="263" r:id="R726734d92e4744bb"/>
    <p:sldId xmlns:r="http://schemas.openxmlformats.org/officeDocument/2006/relationships" id="264" r:id="R231417576f014e3a"/>
    <p:sldId xmlns:r="http://schemas.openxmlformats.org/officeDocument/2006/relationships" id="265" r:id="R048663999268462d"/>
    <p:sldId xmlns:r="http://schemas.openxmlformats.org/officeDocument/2006/relationships" id="266" r:id="R68b059f1026541a3"/>
    <p:sldId xmlns:r="http://schemas.openxmlformats.org/officeDocument/2006/relationships" id="267" r:id="R7863a694c8bc4c4c"/>
    <p:sldId xmlns:r="http://schemas.openxmlformats.org/officeDocument/2006/relationships" id="268" r:id="R533bb0e079484d4e"/>
    <p:sldId xmlns:r="http://schemas.openxmlformats.org/officeDocument/2006/relationships" id="269" r:id="Raeecbf738eca4369"/>
  </p:sldIdLst>
  <p:sldSz cx="13716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c1dda27e940a9" /><Relationship Type="http://schemas.openxmlformats.org/officeDocument/2006/relationships/slideMaster" Target="/ppt/slideMasters/slideMaster1.xml" Id="Rf681142692a142b2" /><Relationship Type="http://schemas.openxmlformats.org/officeDocument/2006/relationships/notesMaster" Target="/ppt/notesMasters/notesMaster1.xml" Id="R65cc8b825c914db5" /><Relationship Type="http://schemas.openxmlformats.org/officeDocument/2006/relationships/presProps" Target="/ppt/presProps.xml" Id="R86e68decda384209" /><Relationship Type="http://schemas.openxmlformats.org/officeDocument/2006/relationships/tableStyles" Target="/ppt/tableStyles.xml" Id="Rb5d2665ce8854f02" /><Relationship Type="http://schemas.openxmlformats.org/officeDocument/2006/relationships/slide" Target="/ppt/slides/slide1.xml" Id="R6bce744059d94e08" /><Relationship Type="http://schemas.openxmlformats.org/officeDocument/2006/relationships/slide" Target="/ppt/slides/slide2.xml" Id="R372278f0b0f1450f" /><Relationship Type="http://schemas.openxmlformats.org/officeDocument/2006/relationships/slide" Target="/ppt/slides/slide3.xml" Id="R2f415b56108745d7" /><Relationship Type="http://schemas.openxmlformats.org/officeDocument/2006/relationships/slide" Target="/ppt/slides/slide4.xml" Id="Raecfe75434da4783" /><Relationship Type="http://schemas.openxmlformats.org/officeDocument/2006/relationships/slide" Target="/ppt/slides/slide5.xml" Id="R2892c7adbc2b4752" /><Relationship Type="http://schemas.openxmlformats.org/officeDocument/2006/relationships/slide" Target="/ppt/slides/slide6.xml" Id="Rf447679be58443c6" /><Relationship Type="http://schemas.openxmlformats.org/officeDocument/2006/relationships/slide" Target="/ppt/slides/slide7.xml" Id="R00490dafbc924afa" /><Relationship Type="http://schemas.openxmlformats.org/officeDocument/2006/relationships/slide" Target="/ppt/slides/slide8.xml" Id="R726734d92e4744bb" /><Relationship Type="http://schemas.openxmlformats.org/officeDocument/2006/relationships/slide" Target="/ppt/slides/slide9.xml" Id="R231417576f014e3a" /><Relationship Type="http://schemas.openxmlformats.org/officeDocument/2006/relationships/slide" Target="/ppt/slides/slide10.xml" Id="R048663999268462d" /><Relationship Type="http://schemas.openxmlformats.org/officeDocument/2006/relationships/slide" Target="/ppt/slides/slide11.xml" Id="R68b059f1026541a3" /><Relationship Type="http://schemas.openxmlformats.org/officeDocument/2006/relationships/slide" Target="/ppt/slides/slide12.xml" Id="R7863a694c8bc4c4c" /><Relationship Type="http://schemas.openxmlformats.org/officeDocument/2006/relationships/slide" Target="/ppt/slides/slide13.xml" Id="R533bb0e079484d4e" /><Relationship Type="http://schemas.openxmlformats.org/officeDocument/2006/relationships/slide" Target="/ppt/slides/slide14.xml" Id="Raeecbf738eca43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830a846897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133706f3a42c8" /><Relationship Type="http://schemas.openxmlformats.org/officeDocument/2006/relationships/notesMaster" Target="/ppt/notesMasters/notesMaster1.xml" Id="R9df0646a9b3744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c91e3fca7446e1" /><Relationship Type="http://schemas.openxmlformats.org/officeDocument/2006/relationships/notesMaster" Target="/ppt/notesMasters/notesMaster1.xml" Id="R0f5ee078a9c042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b73afc5f64de0" /><Relationship Type="http://schemas.openxmlformats.org/officeDocument/2006/relationships/notesMaster" Target="/ppt/notesMasters/notesMaster1.xml" Id="Ra63c39288e634e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f931b0dd84d0b" /><Relationship Type="http://schemas.openxmlformats.org/officeDocument/2006/relationships/notesMaster" Target="/ppt/notesMasters/notesMaster1.xml" Id="R50186ccb12864c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da2a1139bf4b9b" /><Relationship Type="http://schemas.openxmlformats.org/officeDocument/2006/relationships/notesMaster" Target="/ppt/notesMasters/notesMaster1.xml" Id="Rb4fe98502a83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63ad635164406" /><Relationship Type="http://schemas.openxmlformats.org/officeDocument/2006/relationships/notesMaster" Target="/ppt/notesMasters/notesMaster1.xml" Id="R6d76c9288ab94d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e238c9a7c49cb" /><Relationship Type="http://schemas.openxmlformats.org/officeDocument/2006/relationships/notesMaster" Target="/ppt/notesMasters/notesMaster1.xml" Id="Rc34538de1dbd4d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552ac105e4026" /><Relationship Type="http://schemas.openxmlformats.org/officeDocument/2006/relationships/notesMaster" Target="/ppt/notesMasters/notesMaster1.xml" Id="R4f01a6bde548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7fe6f15fa4625" /><Relationship Type="http://schemas.openxmlformats.org/officeDocument/2006/relationships/notesMaster" Target="/ppt/notesMasters/notesMaster1.xml" Id="Rd2f9ca67f09143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4e5a9e0ea54ccd" /><Relationship Type="http://schemas.openxmlformats.org/officeDocument/2006/relationships/notesMaster" Target="/ppt/notesMasters/notesMaster1.xml" Id="R21aa6d79bc6a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dc369bbdd54b15" /><Relationship Type="http://schemas.openxmlformats.org/officeDocument/2006/relationships/notesMaster" Target="/ppt/notesMasters/notesMaster1.xml" Id="R148dd5029c464c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3bfb53c81e4a8a" /><Relationship Type="http://schemas.openxmlformats.org/officeDocument/2006/relationships/notesMaster" Target="/ppt/notesMasters/notesMaster1.xml" Id="Rc46190fed6754e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7b5a4bf0f04b72" /><Relationship Type="http://schemas.openxmlformats.org/officeDocument/2006/relationships/notesMaster" Target="/ppt/notesMasters/notesMaster1.xml" Id="Rbf0fb661fa5547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673c8d5d8941ca" /><Relationship Type="http://schemas.openxmlformats.org/officeDocument/2006/relationships/notesMaster" Target="/ppt/notesMasters/notesMaster1.xml" Id="R3caf55787a3d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FuelSight login page where users choose their portal role. The owner can sign in without selecting a branch, while manager and cashier accounts are branch-based. Specific objectives supported: Objective 2, Objective 3, and Objective 4.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01-login.png,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Owner Dashboard for centralized monitoring of branch sales, transactions, expenses, and branch performance. Specific objectives supported: Objective 2.1, Objective 2.3, and Objective 2.6.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02-owner-dashboard.png,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User Role Assignment module where the owner manages user access, roles, and branch assignments for managers and cashiers. Specific objectives supported: Objective 2.4 and Objective 4.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03-owner-user-roles.png,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owner-controlled fuel pricing module where official base prices are set and manager price change requests are reviewed. Specific objectives supported: Objective 2.1, Objective 2.4, and Objective 4.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04-owner-fuel-prices.png,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Branches module where the owner can view GreenFuel branch records and open a branch dashboard for more detail. Specific objectives supported: Objective 2.1 and Objective 2.6.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05-owner-branches.png,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branch dashboard with branch performance information and daily records submitted by the branch manager. Specific objectives supported: Objective 2.1, Objective 2.5, and Objective 2.6.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06-owner-branch-detail.png,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Branch Comparison module where branch performance is compared by weeks of the selected month. Specific objectives supported: Objective 2.3 and Objective 2.6.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07-owner-branch-comparison.png,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Manager Dashboard for the assigned branch, giving the branch manager access to daily records, reports, and branch-specific operations. Specific objectives supported: Objective 2.1, Objective 2.3, and Objective 2.5.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08-manager-dashboard.png,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tabbed Daily Sales Entry page used by managers for inventory, pump readings, cash and expenses, and final daily report submission. Specific objectives supported: Objective 1 and Objective 2.5.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09-manager-daily-entry.png,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Records Log for submitted daily entries, including organized daily entry IDs, dates, branch information, totals, and actions. Specific objectives supported: Objective 2.4 and Objective 2.5.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10-manager-records-log.png,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POS Transactions tab where the manager can inspect cashier transactions, transaction IDs, cash data, and transaction status. Specific objective supported: Objective 2.4.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11-manager-pos-transactions.png,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Weekly Consolidated Report module where managers choose a report span, review daily entry summaries, and submit weekly reports to the owner. Specific objectives supported: Objective 2.5 and Objective 2.6.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12-manager-weekly-reports.png,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manager fuel price request screen where branch managers can request branch-specific fuel price changes for owner approval. Specific objectives supported: Objective 2.1, Objective 2.4, and Objective 4.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13-manager-price-request.png,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shows the Cashier POS Terminal for processing fuel sales, VAT calculations, cash denominations, change given, receipt printing, transaction logging, and shift controls. Specific objectives supported: Objective 2.2, Objective 2.4, and Objective 2.5.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screenshot: 14-cashier-pos-terminal.png, captured from http://localhost/greenfuel-project/frontend/index.html on 2026-08-29.</a:t>
            </a:r>
          </a:p>
          <a:p xmlns:a="http://schemas.openxmlformats.org/drawingml/2006/main">
            <a:r>
              <a:t>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87445b7bd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b0058f290c4404" /><Relationship Type="http://schemas.openxmlformats.org/officeDocument/2006/relationships/slideLayout" Target="/ppt/slideLayouts/slideLayout1.xml" Id="R5ca0fc457093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a0fc457093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164c848547a5" /><Relationship Type="http://schemas.openxmlformats.org/officeDocument/2006/relationships/image" Target="/ppt/media/image.png" Id="R0153a3a429e94305" /><Relationship Type="http://schemas.openxmlformats.org/officeDocument/2006/relationships/notesSlide" Target="/ppt/notesSlides/notesSlide1.xml" Id="R43586793e1bd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a96a87704ef7" /><Relationship Type="http://schemas.openxmlformats.org/officeDocument/2006/relationships/image" Target="/ppt/media/image2.png" Id="Raa9b0df1874c45e3" /><Relationship Type="http://schemas.openxmlformats.org/officeDocument/2006/relationships/notesSlide" Target="/ppt/notesSlides/notesSlide2.xml" Id="R15d25c0ceaca40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43454b99d46fb" /><Relationship Type="http://schemas.openxmlformats.org/officeDocument/2006/relationships/image" Target="/ppt/media/image3.png" Id="Redbb3e0fcc5646f7" /><Relationship Type="http://schemas.openxmlformats.org/officeDocument/2006/relationships/notesSlide" Target="/ppt/notesSlides/notesSlide3.xml" Id="Rb1b0a5fb76a941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ec866eab4e1b" /><Relationship Type="http://schemas.openxmlformats.org/officeDocument/2006/relationships/image" Target="/ppt/media/image4.png" Id="R3f0490c27ad446af" /><Relationship Type="http://schemas.openxmlformats.org/officeDocument/2006/relationships/notesSlide" Target="/ppt/notesSlides/notesSlide4.xml" Id="R2858de69aec9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51525bc984a03" /><Relationship Type="http://schemas.openxmlformats.org/officeDocument/2006/relationships/image" Target="/ppt/media/image5.png" Id="R9587fc3f9d144164" /><Relationship Type="http://schemas.openxmlformats.org/officeDocument/2006/relationships/notesSlide" Target="/ppt/notesSlides/notesSlide5.xml" Id="Rb754bf36f685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7cd7812142eb" /><Relationship Type="http://schemas.openxmlformats.org/officeDocument/2006/relationships/image" Target="/ppt/media/image6.png" Id="R317010af78bd4901" /><Relationship Type="http://schemas.openxmlformats.org/officeDocument/2006/relationships/notesSlide" Target="/ppt/notesSlides/notesSlide6.xml" Id="R7ca0515b8f8e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1547e468e4a19" /><Relationship Type="http://schemas.openxmlformats.org/officeDocument/2006/relationships/image" Target="/ppt/media/image7.png" Id="R283cbbd79a90447f" /><Relationship Type="http://schemas.openxmlformats.org/officeDocument/2006/relationships/notesSlide" Target="/ppt/notesSlides/notesSlide7.xml" Id="R58fc9f8ce6ee44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6898f5f254842" /><Relationship Type="http://schemas.openxmlformats.org/officeDocument/2006/relationships/image" Target="/ppt/media/image8.png" Id="R91aa3183187046ad" /><Relationship Type="http://schemas.openxmlformats.org/officeDocument/2006/relationships/notesSlide" Target="/ppt/notesSlides/notesSlide8.xml" Id="Rd7a5f1a1c73c45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beb86e6b642b9" /><Relationship Type="http://schemas.openxmlformats.org/officeDocument/2006/relationships/image" Target="/ppt/media/image9.png" Id="Rc428a15e468d40d0" /><Relationship Type="http://schemas.openxmlformats.org/officeDocument/2006/relationships/notesSlide" Target="/ppt/notesSlides/notesSlide9.xml" Id="R94c5ab1f6e744e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04370b80453b" /><Relationship Type="http://schemas.openxmlformats.org/officeDocument/2006/relationships/image" Target="/ppt/media/image10.png" Id="R6f7ccc1eb25d4362" /><Relationship Type="http://schemas.openxmlformats.org/officeDocument/2006/relationships/notesSlide" Target="/ppt/notesSlides/notesSlide10.xml" Id="R2c172a44064b44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6cb0b898943ce" /><Relationship Type="http://schemas.openxmlformats.org/officeDocument/2006/relationships/image" Target="/ppt/media/image11.png" Id="R70b9b977e6b94c86" /><Relationship Type="http://schemas.openxmlformats.org/officeDocument/2006/relationships/notesSlide" Target="/ppt/notesSlides/notesSlide11.xml" Id="R4c7145ebe24547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c29c47b6c4a48" /><Relationship Type="http://schemas.openxmlformats.org/officeDocument/2006/relationships/image" Target="/ppt/media/image12.png" Id="R070cb6157e7c47c7" /><Relationship Type="http://schemas.openxmlformats.org/officeDocument/2006/relationships/notesSlide" Target="/ppt/notesSlides/notesSlide12.xml" Id="Rce231bca4a9f4e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0cfc33d5e4897" /><Relationship Type="http://schemas.openxmlformats.org/officeDocument/2006/relationships/image" Target="/ppt/media/image13.png" Id="Refe613293c3a4962" /><Relationship Type="http://schemas.openxmlformats.org/officeDocument/2006/relationships/notesSlide" Target="/ppt/notesSlides/notesSlide13.xml" Id="Ra9b3735672004f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2d577f644dba" /><Relationship Type="http://schemas.openxmlformats.org/officeDocument/2006/relationships/image" Target="/ppt/media/image14.png" Id="R38a88659f71a413c" /><Relationship Type="http://schemas.openxmlformats.org/officeDocument/2006/relationships/notesSlide" Target="/ppt/notesSlides/notesSlide14.xml" Id="R18abc4cc797240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3a3a429e943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3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b0df1874c45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7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b3e0fcc5646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31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490c27ad446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33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7fc3f9d1441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88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010af78bd49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25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cbbd79a9044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6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a3183187046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3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8a15e468d40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89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ccc1eb25d43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82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9b977e6b94c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4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cb6157e7c47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79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613293c3a49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35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88659f71a41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5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2026-08-28T18:23:58.5260000Z</dcterms:created>
  <dcterms:modified xsi:type="dcterms:W3CDTF">2026-08-28T18:23:58.5260000Z</dcterms:modified>
</coreProperties>
</file>